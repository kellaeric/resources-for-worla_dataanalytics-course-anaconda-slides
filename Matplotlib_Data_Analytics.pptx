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743200" cy="2743200"/>
          </a:xfrm>
          <a:prstGeom prst="ellipse">
            <a:avLst/>
          </a:prstGeom>
          <a:solidFill>
            <a:srgbClr val="0097A7">
              <a:alpha val="20000"/>
            </a:srgbClr>
          </a:solidFill>
          <a:ln w="12700">
            <a:solidFill>
              <a:srgbClr val="0097A7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Guide for Data Analysts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" y="3017520"/>
            <a:ext cx="4572000" cy="36576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• Plotting • Charting • Storytelling with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Matplotlib?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</a:rPr>
              <a:t>Matplotlib is Python's most widely-used 2D plotting library, enabling analysts to create publication-quality charts, graphs, and visualizations with just a few lines of code.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201168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John D. Hunter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(2003)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68880" y="1737360"/>
            <a:ext cx="2011680" cy="1234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(NumPy based)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737360"/>
            <a:ext cx="2011680" cy="1234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License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BSD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(Open Source)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737360"/>
            <a:ext cx="2011680" cy="1234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737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3.x+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(Actively maintained)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Why It Matters in Data Analytics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" y="352044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</a:rPr>
              <a:t>Transforms raw numbers into visual insights instantly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</a:rPr>
              <a:t>Integrates natively with Pandas, NumPy, and Scikit-learn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</a:rPr>
              <a:t>Supports static, animated, and interactive visualizations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46E7A"/>
                </a:solidFill>
              </a:rPr>
              <a:t>Used in Jupyter notebooks, scripts, and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&amp; Key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5303520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772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Scripting Layer (pyplot)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Easy MATLAB-style interface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import matplotlib.pyplot as plt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5303520" cy="868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Artist Layer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167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Controls every element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(Figure, Axes, Title, Ticks…)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530352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88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Backend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3172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Renders to screen or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(Agg, Cairo, TkAgg, PDF…)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71800" y="1645920"/>
            <a:ext cx="73152" cy="1097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651760"/>
            <a:ext cx="73152" cy="1097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777240"/>
            <a:ext cx="2880360" cy="2880360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80467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Figure Anatomy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207008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2070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Figure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207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The whole canvas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1591056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591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5910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The plot area (subplot)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1975104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97510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0" y="19751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X / Y number 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359152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359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Artist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66560" y="2359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Every drawn object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743200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2743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743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Filled shapes (bars)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127248"/>
            <a:ext cx="7315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31272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Line2D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1272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Lines in line plots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3840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97A7"/>
                </a:solidFill>
              </a:rPr>
              <a:t>Tip: plt.subplots() returns both Figure and Axes objects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Installation &amp;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09728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178040" cy="594360"/>
          </a:xfrm>
          <a:prstGeom prst="rect">
            <a:avLst/>
          </a:prstGeom>
          <a:solidFill>
            <a:srgbClr val="282C34"/>
          </a:solidFill>
          <a:ln w="12700">
            <a:solidFill>
              <a:srgbClr val="282C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777240"/>
            <a:ext cx="6995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matplotlib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691640"/>
            <a:ext cx="109728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916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08760" y="1691640"/>
            <a:ext cx="7178040" cy="594360"/>
          </a:xfrm>
          <a:prstGeom prst="rect">
            <a:avLst/>
          </a:prstGeom>
          <a:solidFill>
            <a:srgbClr val="2B5F1E"/>
          </a:solidFill>
          <a:ln w="12700">
            <a:solidFill>
              <a:srgbClr val="2B5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691640"/>
            <a:ext cx="6995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matplotlib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109728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Jupyter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08760" y="2606040"/>
            <a:ext cx="7178040" cy="594360"/>
          </a:xfrm>
          <a:prstGeom prst="rect">
            <a:avLst/>
          </a:prstGeom>
          <a:solidFill>
            <a:srgbClr val="3B4151"/>
          </a:solidFill>
          <a:ln w="12700">
            <a:solidFill>
              <a:srgbClr val="3B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606040"/>
            <a:ext cx="6995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%matplotlib inline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Standard Imports for Data Analytics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5029200" cy="1600200"/>
          </a:xfrm>
          <a:prstGeom prst="rect">
            <a:avLst/>
          </a:prstGeom>
          <a:solidFill>
            <a:srgbClr val="1E212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493008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 as mpl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739896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3986784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33672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style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4754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plt.style.use('seaborn-v0_8')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0" y="2743200"/>
            <a:ext cx="3154680" cy="20116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27889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Pro Tips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60720" y="315468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Use plt.style.use() for instant design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Enable %matplotlib inline in Jupyter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Use plt.rcParams to set global defaults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46E7A"/>
                </a:solidFill>
              </a:rPr>
              <a:t>plt.tight_layout() prevents overlap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Plot Types in Data Analytics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1965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 Plot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0759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075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Trends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7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77240"/>
            <a:ext cx="1965960" cy="4572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Bar Chart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14600" y="130759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075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97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14600" y="1737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Category comparisons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77724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777240"/>
            <a:ext cx="196596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Histogram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30759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3075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1737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Distribution of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77724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777240"/>
            <a:ext cx="1965960" cy="4572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777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Scatter Plot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03720" y="130759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3075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7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03720" y="1737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Correlation &amp; clusters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278892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E24A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788920"/>
            <a:ext cx="1965960" cy="45720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Pie Chart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0040" y="331927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2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0040" y="37490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Part-to-whole ratios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423160" y="278892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23160" y="2788920"/>
            <a:ext cx="196596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Box Plot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14600" y="331927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plt.boxplot()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14600" y="37490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Spread &amp; outliers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278892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788920"/>
            <a:ext cx="1965960" cy="4572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Heatmap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09160" y="331927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09160" y="37490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Matrix/2D correlations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12280" y="2788920"/>
            <a:ext cx="1965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58B2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12280" y="2788920"/>
            <a:ext cx="1965960" cy="45720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2280" y="2788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Area Chart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903720" y="3319272"/>
            <a:ext cx="178308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33192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8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plt.fill_between()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03720" y="37490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Cumulative trends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Essential Commands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246120"/>
          </a:xfrm>
          <a:prstGeom prst="rect">
            <a:avLst/>
          </a:prstGeom>
          <a:solidFill>
            <a:srgbClr val="1E212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Line Plot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ax.plot(x, y, color='teal',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linewidth=2)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ax.set_title('My Chart')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ax.set_xlabel('X Axis')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ax.set_ylabel('Y Axis')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ax.legend()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plt.savefig('chart.png', dpi=150)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4160520" cy="2971800"/>
          </a:xfrm>
          <a:prstGeom prst="rect">
            <a:avLst/>
          </a:prstGeom>
          <a:solidFill>
            <a:srgbClr val="1E2128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Subplots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plt.subplots(2, 2,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figsize=(10, 8))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645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axes[0,0].bar(cats, vals)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axes[0,1].hist(data, bins=30)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axes[1,0].scatter(x, y)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axes[1,1].boxplot(groups)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plt.suptitle('Dashboard')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plt.savefig('dash.png')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794760"/>
            <a:ext cx="416052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404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Key Parameters: color, linewidth, linestyle, marker, alpha, label, figsize, dpi, bins, edgecolor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97A7"/>
                </a:solidFill>
              </a:rPr>
              <a:t>Tip: Always use fig, ax = plt.subplots() over plt.figure() for better control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Customization &amp; Styling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Built-in Style Themes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11680" cy="3474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seaborn-v0_8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170432"/>
            <a:ext cx="201168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1704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ggplot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011680" cy="347472"/>
          </a:xfrm>
          <a:prstGeom prst="rect">
            <a:avLst/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fivethirtyeight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68880" y="1627632"/>
            <a:ext cx="2011680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dark_background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84832"/>
            <a:ext cx="2011680" cy="347472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bmh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2084832"/>
            <a:ext cx="2011680" cy="34747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084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tableau-colorblind10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" y="2606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Global Settings (rcParams)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4114800" cy="1783080"/>
          </a:xfrm>
          <a:prstGeom prst="rect">
            <a:avLst/>
          </a:prstGeom>
          <a:solidFill>
            <a:srgbClr val="1E212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plt.rcParams.update({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009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'figure.figsize': [10, 6],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'font.size': 13,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7764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'axes.spines.top': False,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01421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'axes.spines.right': False,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'axes.grid': True,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4897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749808"/>
            <a:ext cx="4160520" cy="4032504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804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Customization Toolkit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1261872"/>
            <a:ext cx="86868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61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87568" y="1261872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Named, hex #RRGGBB, RGBA tuples, colormaps (viridis, plasma, coolwarm)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1920240"/>
            <a:ext cx="86868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Fonts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87568" y="19202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fontsize, fontfamily, fontweight, fontstyle, fontcolor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2578608"/>
            <a:ext cx="86868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578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Axes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87568" y="257860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xlim, ylim, xticks, yticks, tick_params, grid, spines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236976"/>
            <a:ext cx="86868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369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Legends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87568" y="323697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loc, ncol, fontsize, title, framealpha, bbox_to_anchor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895344"/>
            <a:ext cx="868680" cy="2743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953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Colormaps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87568" y="3895344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plt.cm.viridis / plasma / RdYlGn — ideal for heatmaps &amp; scatter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Integration with Pandas &amp; NumPy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Plotting Directly from Pandas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2286000"/>
          </a:xfrm>
          <a:prstGeom prst="rect">
            <a:avLst/>
          </a:prstGeom>
          <a:solidFill>
            <a:srgbClr val="1E2128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pd.read_csv('sales.csv')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Pandas built-in plot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df['revenue'].plot(kind='line')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5877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df.plot(x='month',y='sales',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kind='bar')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df.hist(bins=20, figsize=(10,6))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NumPy + Matplotlib Power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4160520" cy="2286000"/>
          </a:xfrm>
          <a:prstGeom prst="rect">
            <a:avLst/>
          </a:prstGeom>
          <a:solidFill>
            <a:srgbClr val="1E2128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16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14447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673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np.linspace(0, 2*np.pi, 100)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901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np.sin(x)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130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591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Statistical visualization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5877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np.random.normal(0,1,1000)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2816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plt.hist(data, bins=40,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0449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C0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density=True)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547872"/>
            <a:ext cx="8503920" cy="123444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93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Ecosystem Integration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Pandas DataFrames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7764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NumPy Arrays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80760" y="397764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Scikit-learn Models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11480" y="434340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343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SciPy Stats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46120" y="434340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4343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Seaborn (built on matplotlib)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343400"/>
            <a:ext cx="228600" cy="2286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4343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</a:rPr>
              <a:t>Jupyter Notebooks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Best Practices for Data Analysts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49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 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4160520" cy="5029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Always label axes and add a title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773936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73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Use plt.tight_layout() to avoid clipping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340864"/>
            <a:ext cx="4160520" cy="5029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40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Set figure size with figsize for readability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077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Save with dpi=150+ for crisp output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4160520" cy="502920"/>
          </a:xfrm>
          <a:prstGeom prst="rect">
            <a:avLst/>
          </a:prstGeom>
          <a:solidFill>
            <a:srgbClr val="F1F8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Use meaningful color palettes (colorblind-friendly)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04164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7D32"/>
                </a:solidFill>
              </a:rPr>
              <a:t>Use subplots for multi-chart dashboards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 DON'T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207008"/>
            <a:ext cx="416052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20700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Don't overload a chart with too many series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1773936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77393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Avoid using plt.show() in saved scripts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340864"/>
            <a:ext cx="416052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340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Don't use pie charts for &gt; 5 categories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907792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9077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Avoid 3D charts — they distort perception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416052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474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Don't ignore plt.close() — it causes memory leaks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4041648"/>
            <a:ext cx="41605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04164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Avoid default matplotlib style for presentations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97A7">
              <a:alpha val="18000"/>
            </a:srgbClr>
          </a:solidFill>
          <a:ln w="12700">
            <a:solidFill>
              <a:srgbClr val="0097A7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804672"/>
            <a:ext cx="2743200" cy="45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Matplotlib is the backbone of Python data visualization — master it 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22192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Versatility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Dozens of plot types: lines, bars, scatter, hist, heatmaps, subplots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20700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6832" y="12344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169164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 seamlessly with Pandas, NumPy, Scikit-learn, and Jupyter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30632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317296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39112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Customizable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27048" y="36576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Styles, colors, fonts, and layouts can all be controlled precisely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3063240"/>
            <a:ext cx="2606040" cy="1554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172968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3200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61688" y="36576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Explore Seaborn &amp; Plotly built on top of Matplotlib for advanced visuals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matplotlib.org  |  Official Docs &amp; Gallery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Matplotlib in Data Analytics</dc:title>
  <dc:subject>PptxGenJS Presentation</dc:subject>
  <dc:creator>PptxGenJS</dc:creator>
  <cp:lastModifiedBy>PptxGenJS</cp:lastModifiedBy>
  <cp:revision>1</cp:revision>
  <dcterms:created xsi:type="dcterms:W3CDTF">2026-05-30T15:29:09Z</dcterms:created>
  <dcterms:modified xsi:type="dcterms:W3CDTF">2026-05-30T15:29:09Z</dcterms:modified>
</cp:coreProperties>
</file>